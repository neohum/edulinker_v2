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24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2025학년도 연구학교 운영계획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용문</a:t>
            </a:r>
            <a:r>
              <a:rPr dirty="0" err="1"/>
              <a:t>초등학교</a:t>
            </a:r>
            <a:endParaRPr dirty="0"/>
          </a:p>
          <a:p>
            <a:r>
              <a:rPr dirty="0" err="1"/>
              <a:t>발표일</a:t>
            </a:r>
            <a:r>
              <a:rPr dirty="0"/>
              <a:t>: 2025년 </a:t>
            </a:r>
            <a:r>
              <a:rPr lang="en-US" dirty="0"/>
              <a:t>4</a:t>
            </a:r>
            <a:r>
              <a:rPr dirty="0"/>
              <a:t>월 </a:t>
            </a:r>
            <a:r>
              <a:rPr lang="en-US" dirty="0"/>
              <a:t>9</a:t>
            </a:r>
            <a:r>
              <a:rPr dirty="0"/>
              <a:t>일</a:t>
            </a:r>
            <a:r>
              <a:rPr lang="en-US" dirty="0"/>
              <a:t> </a:t>
            </a:r>
            <a:r>
              <a:rPr lang="ko-KR" altLang="en-US" dirty="0"/>
              <a:t>수요일 </a:t>
            </a:r>
            <a:endParaRPr lang="en-US" altLang="ko-KR" dirty="0"/>
          </a:p>
          <a:p>
            <a:r>
              <a:rPr lang="ko-KR" altLang="en-US" dirty="0"/>
              <a:t>오후 </a:t>
            </a:r>
            <a:r>
              <a:rPr lang="en-US" altLang="ko-KR" dirty="0"/>
              <a:t>3</a:t>
            </a:r>
            <a:r>
              <a:rPr lang="ko-KR" altLang="en-US" dirty="0"/>
              <a:t>시 </a:t>
            </a:r>
            <a:r>
              <a:rPr lang="en-US" altLang="ko-KR" dirty="0"/>
              <a:t>30</a:t>
            </a:r>
            <a:r>
              <a:rPr lang="ko-KR" altLang="en-US"/>
              <a:t>분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연구학교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연구주제: 학생 참여 중심 수업을 통한 자기 주도적 학습역량 신장 방안</a:t>
            </a:r>
          </a:p>
          <a:p>
            <a:r>
              <a:t>운영 기간: 2025년 3월 ~ 2026년 2월</a:t>
            </a:r>
          </a:p>
          <a:p>
            <a:r>
              <a:t>참여 대상: 전교생 및 전 교원</a:t>
            </a:r>
          </a:p>
          <a:p>
            <a:r>
              <a:t>운영 목적: 미래 사회에 필요한 핵심 역량 함양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추진 배경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교육 패러다임 변화: 지식 암기 중심 → 역량 중심</a:t>
            </a:r>
          </a:p>
          <a:p>
            <a:r>
              <a:t>학생 주도성 강화 요구</a:t>
            </a:r>
          </a:p>
          <a:p>
            <a:r>
              <a:t>학교 교육과정 재구성 필요성 대두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자기 주도적 학습 역량 신장</a:t>
            </a:r>
          </a:p>
          <a:p>
            <a:r>
              <a:t>학생 참여 중심 수업문화 정착</a:t>
            </a:r>
          </a:p>
          <a:p>
            <a:r>
              <a:t>협력적 교수학습 개선 방안 모색</a:t>
            </a:r>
          </a:p>
          <a:p>
            <a:r>
              <a:t>수업-평가-기록 일체화 실현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실천 과제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교육과정 재구성</a:t>
            </a:r>
          </a:p>
          <a:p>
            <a:r>
              <a:t>수업 개선 및 협의 문화 정착</a:t>
            </a:r>
          </a:p>
          <a:p>
            <a:r>
              <a:t>과정 중심 평가 강화</a:t>
            </a:r>
          </a:p>
          <a:p>
            <a:r>
              <a:t>수업 나눔 및 성찰 문화 확산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운영 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교내 연구팀 구성 및 운영</a:t>
            </a:r>
          </a:p>
          <a:p>
            <a:r>
              <a:t>수업 공개 및 피드백 문화 형성</a:t>
            </a:r>
          </a:p>
          <a:p>
            <a:r>
              <a:t>연구 수업, 연수, 워크숍 실시</a:t>
            </a:r>
          </a:p>
          <a:p>
            <a:r>
              <a:t>협력적 전문적 학습공동체 운영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기대 효과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학생: 자기 주도적 학습력 강화</a:t>
            </a:r>
          </a:p>
          <a:p>
            <a:r>
              <a:t>교사: 수업 전문성 향상 및 협력 문화 정착</a:t>
            </a:r>
          </a:p>
          <a:p>
            <a:r>
              <a:t>학교: 교육과정 중심 학교문화 조성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연간 운영 계획(요약)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3~4월: 계획 수립 및 연수</a:t>
            </a:r>
          </a:p>
          <a:p>
            <a:r>
              <a:t>5~10월: 수업 실천, 협의, 나눔</a:t>
            </a:r>
          </a:p>
          <a:p>
            <a:r>
              <a:t>11~12월: 성과 공유 및 보고서 작성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205</Words>
  <Application>Microsoft Office PowerPoint</Application>
  <PresentationFormat>화면 슬라이드 쇼(4:3)</PresentationFormat>
  <Paragraphs>36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2025학년도 연구학교 운영계획</vt:lpstr>
      <vt:lpstr>연구학교 개요</vt:lpstr>
      <vt:lpstr>추진 배경</vt:lpstr>
      <vt:lpstr>연구 목표</vt:lpstr>
      <vt:lpstr>세부 실천 과제</vt:lpstr>
      <vt:lpstr>운영 방법</vt:lpstr>
      <vt:lpstr>기대 효과</vt:lpstr>
      <vt:lpstr>연간 운영 계획(요약)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민정일</dc:creator>
  <cp:keywords/>
  <dc:description>generated using python-pptx</dc:description>
  <cp:lastModifiedBy>민정일</cp:lastModifiedBy>
  <cp:revision>2</cp:revision>
  <dcterms:created xsi:type="dcterms:W3CDTF">2013-01-27T09:14:16Z</dcterms:created>
  <dcterms:modified xsi:type="dcterms:W3CDTF">2025-04-07T09:30:31Z</dcterms:modified>
  <cp:category/>
</cp:coreProperties>
</file>